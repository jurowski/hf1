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72" y="6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D28125-A54D-4AD8-9043-2CB328BFB4C7}" type="datetimeFigureOut">
              <a:rPr lang="en-US" smtClean="0"/>
              <a:pPr/>
              <a:t>5/13/2010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8902D-8995-4820-9912-883F7E6603D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/>
              <a:t>New ClearWorth circle logo and ‘My Learning Habit’ text </a:t>
            </a:r>
            <a:r>
              <a:rPr lang="en-GB" baseline="0" dirty="0" smtClean="0"/>
              <a:t>top left;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dirty="0" smtClean="0"/>
              <a:t>CW circle and text logo and ‘Making learning a habit’ text bottom right.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8902D-8995-4820-9912-883F7E6603D8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/>
              <a:t>New ClearWorth circle logo and ‘My Learning Habit’ text </a:t>
            </a:r>
            <a:r>
              <a:rPr lang="en-GB" baseline="0" dirty="0" smtClean="0"/>
              <a:t>top left;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dirty="0" smtClean="0"/>
              <a:t>CW circle and text logo and ‘Making learning a habit’ text bottom right.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8902D-8995-4820-9912-883F7E6603D8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/>
              <a:t>New ClearWorth circle logo and ‘My Learning Habit’ text </a:t>
            </a:r>
            <a:r>
              <a:rPr lang="en-GB" baseline="0" dirty="0" smtClean="0"/>
              <a:t>top left;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dirty="0" smtClean="0"/>
              <a:t>CW circle and text logo and ‘Making learning a habit’ text bottom right.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8902D-8995-4820-9912-883F7E6603D8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/>
              <a:t>ClearWorth circle logo and ‘My Learning Habit’ text </a:t>
            </a:r>
            <a:r>
              <a:rPr lang="en-GB" baseline="0" dirty="0" smtClean="0"/>
              <a:t>top left;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dirty="0" smtClean="0"/>
              <a:t>CW circle and text logo and ‘Making learning a habit’ text bottom right.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8902D-8995-4820-9912-883F7E6603D8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/>
              <a:t>ClearWorth circle logo and ‘My Learning Habit’ text </a:t>
            </a:r>
            <a:r>
              <a:rPr lang="en-GB" baseline="0" dirty="0" smtClean="0"/>
              <a:t>top left;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dirty="0" smtClean="0"/>
              <a:t>CW circle and text logo and ‘Making learning a habit’ text bottom right.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8902D-8995-4820-9912-883F7E6603D8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/>
              <a:t>ClearWorth circle logo and ‘My Learning Habit’ text </a:t>
            </a:r>
            <a:r>
              <a:rPr lang="en-GB" baseline="0" dirty="0" smtClean="0"/>
              <a:t>top left;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dirty="0" smtClean="0"/>
              <a:t>CW circle and text logo and ‘Making learning a habit’ text bottom right.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8902D-8995-4820-9912-883F7E6603D8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Change/edit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Habit Forge header to include ‘CW’ circle logo and My Learning Habit.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ClearWorth  circle and text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logo and ‘Making learning a habit’ text bottom right (shown).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8902D-8995-4820-9912-883F7E6603D8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Is quote generator random? Brilliant!</a:t>
            </a:r>
          </a:p>
          <a:p>
            <a:r>
              <a:rPr lang="en-GB" dirty="0" smtClean="0"/>
              <a:t>Use ‘CW’ circle logo</a:t>
            </a:r>
            <a:r>
              <a:rPr lang="en-GB" baseline="0" dirty="0" smtClean="0"/>
              <a:t> and add ‘</a:t>
            </a:r>
            <a:r>
              <a:rPr lang="en-GB" dirty="0" smtClean="0">
                <a:solidFill>
                  <a:srgbClr val="FF0000"/>
                </a:solidFill>
              </a:rPr>
              <a:t>My Learning Habit</a:t>
            </a:r>
            <a:r>
              <a:rPr lang="en-GB" baseline="0" dirty="0" smtClean="0">
                <a:solidFill>
                  <a:srgbClr val="FF0000"/>
                </a:solidFill>
              </a:rPr>
              <a:t> @’ </a:t>
            </a:r>
            <a:r>
              <a:rPr lang="en-GB" baseline="0" dirty="0" smtClean="0"/>
              <a:t>Habit Forge top left.</a:t>
            </a:r>
          </a:p>
          <a:p>
            <a:r>
              <a:rPr lang="en-GB" dirty="0" smtClean="0"/>
              <a:t>CW circle and text logo and ‘Making learning a habit’ text bottom right (as in slide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8902D-8995-4820-9912-883F7E6603D8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DB1E7-C987-4282-A4A9-AF05B76431F0}" type="datetimeFigureOut">
              <a:rPr lang="en-US" smtClean="0"/>
              <a:pPr/>
              <a:t>5/13/2010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C5E28-DF35-4EB0-BE87-EAF75F289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DB1E7-C987-4282-A4A9-AF05B76431F0}" type="datetimeFigureOut">
              <a:rPr lang="en-US" smtClean="0"/>
              <a:pPr/>
              <a:t>5/13/2010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C5E28-DF35-4EB0-BE87-EAF75F289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DB1E7-C987-4282-A4A9-AF05B76431F0}" type="datetimeFigureOut">
              <a:rPr lang="en-US" smtClean="0"/>
              <a:pPr/>
              <a:t>5/13/2010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C5E28-DF35-4EB0-BE87-EAF75F289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DB1E7-C987-4282-A4A9-AF05B76431F0}" type="datetimeFigureOut">
              <a:rPr lang="en-US" smtClean="0"/>
              <a:pPr/>
              <a:t>5/13/2010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C5E28-DF35-4EB0-BE87-EAF75F289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DB1E7-C987-4282-A4A9-AF05B76431F0}" type="datetimeFigureOut">
              <a:rPr lang="en-US" smtClean="0"/>
              <a:pPr/>
              <a:t>5/13/2010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C5E28-DF35-4EB0-BE87-EAF75F289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DB1E7-C987-4282-A4A9-AF05B76431F0}" type="datetimeFigureOut">
              <a:rPr lang="en-US" smtClean="0"/>
              <a:pPr/>
              <a:t>5/13/2010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C5E28-DF35-4EB0-BE87-EAF75F289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DB1E7-C987-4282-A4A9-AF05B76431F0}" type="datetimeFigureOut">
              <a:rPr lang="en-US" smtClean="0"/>
              <a:pPr/>
              <a:t>5/13/2010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C5E28-DF35-4EB0-BE87-EAF75F289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DB1E7-C987-4282-A4A9-AF05B76431F0}" type="datetimeFigureOut">
              <a:rPr lang="en-US" smtClean="0"/>
              <a:pPr/>
              <a:t>5/13/2010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C5E28-DF35-4EB0-BE87-EAF75F289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DB1E7-C987-4282-A4A9-AF05B76431F0}" type="datetimeFigureOut">
              <a:rPr lang="en-US" smtClean="0"/>
              <a:pPr/>
              <a:t>5/13/2010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C5E28-DF35-4EB0-BE87-EAF75F289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DB1E7-C987-4282-A4A9-AF05B76431F0}" type="datetimeFigureOut">
              <a:rPr lang="en-US" smtClean="0"/>
              <a:pPr/>
              <a:t>5/13/2010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C5E28-DF35-4EB0-BE87-EAF75F289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DB1E7-C987-4282-A4A9-AF05B76431F0}" type="datetimeFigureOut">
              <a:rPr lang="en-US" smtClean="0"/>
              <a:pPr/>
              <a:t>5/13/2010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C5E28-DF35-4EB0-BE87-EAF75F289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DB1E7-C987-4282-A4A9-AF05B76431F0}" type="datetimeFigureOut">
              <a:rPr lang="en-US" smtClean="0"/>
              <a:pPr/>
              <a:t>5/13/2010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0C5E28-DF35-4EB0-BE87-EAF75F289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gif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image" Target="../media/image5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image" Target="../media/image5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3" cstate="print"/>
          <a:srcRect b="4860"/>
          <a:stretch>
            <a:fillRect/>
          </a:stretch>
        </p:blipFill>
        <p:spPr bwMode="auto">
          <a:xfrm>
            <a:off x="0" y="0"/>
            <a:ext cx="9144000" cy="5857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postitnote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004751" y="2285992"/>
            <a:ext cx="2781828" cy="23098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 rot="21444471">
            <a:off x="4251492" y="2501053"/>
            <a:ext cx="17612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>
                <a:latin typeface="Bradley Hand ITC" pitchFamily="66" charset="0"/>
              </a:rPr>
              <a:t>Making a</a:t>
            </a:r>
          </a:p>
          <a:p>
            <a:pPr algn="ctr"/>
            <a:r>
              <a:rPr lang="en-GB" sz="2800" b="1" dirty="0" smtClean="0">
                <a:latin typeface="Bradley Hand ITC" pitchFamily="66" charset="0"/>
              </a:rPr>
              <a:t>habit of</a:t>
            </a:r>
          </a:p>
          <a:p>
            <a:pPr algn="ctr"/>
            <a:r>
              <a:rPr lang="en-GB" sz="2800" b="1" dirty="0" smtClean="0">
                <a:latin typeface="Bradley Hand ITC" pitchFamily="66" charset="0"/>
              </a:rPr>
              <a:t>learning</a:t>
            </a:r>
          </a:p>
          <a:p>
            <a:endParaRPr lang="en-US" dirty="0">
              <a:latin typeface="Forte" pitchFamily="66" charset="0"/>
            </a:endParaRPr>
          </a:p>
        </p:txBody>
      </p:sp>
      <p:pic>
        <p:nvPicPr>
          <p:cNvPr id="11" name="Picture 10" descr="clearworth-logo no strap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43438" y="4711258"/>
            <a:ext cx="2461345" cy="646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white circle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286644" y="4091276"/>
            <a:ext cx="536404" cy="536404"/>
          </a:xfrm>
          <a:prstGeom prst="rect">
            <a:avLst/>
          </a:prstGeom>
        </p:spPr>
      </p:pic>
      <p:pic>
        <p:nvPicPr>
          <p:cNvPr id="16" name="Picture 15" descr="white circle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857884" y="3643314"/>
            <a:ext cx="536404" cy="536404"/>
          </a:xfrm>
          <a:prstGeom prst="rect">
            <a:avLst/>
          </a:prstGeom>
        </p:spPr>
      </p:pic>
      <p:pic>
        <p:nvPicPr>
          <p:cNvPr id="15" name="Content Placeholder 20" descr="logo transparent copy.gif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786446" y="3571876"/>
            <a:ext cx="685801" cy="6858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" name="Content Placeholder 16" descr="white circle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4303798" y="3594979"/>
            <a:ext cx="536404" cy="536404"/>
          </a:xfrm>
        </p:spPr>
      </p:pic>
      <p:pic>
        <p:nvPicPr>
          <p:cNvPr id="4" name="Picture 3"/>
          <p:cNvPicPr/>
          <p:nvPr/>
        </p:nvPicPr>
        <p:blipFill>
          <a:blip r:embed="rId4" cstate="print"/>
          <a:srcRect b="5141"/>
          <a:stretch>
            <a:fillRect/>
          </a:stretch>
        </p:blipFill>
        <p:spPr bwMode="auto">
          <a:xfrm>
            <a:off x="0" y="142852"/>
            <a:ext cx="9144000" cy="5357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 descr="postitnote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000629" y="2407204"/>
            <a:ext cx="3295466" cy="27363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 rot="21444471">
            <a:off x="5328115" y="2951352"/>
            <a:ext cx="245577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Bradley Hand ITC" pitchFamily="66" charset="0"/>
              </a:rPr>
              <a:t>Writing in your journal for 15 minutes?</a:t>
            </a:r>
          </a:p>
          <a:p>
            <a:endParaRPr lang="en-US" sz="800" b="1" dirty="0" smtClean="0">
              <a:latin typeface="Bradley Hand ITC" pitchFamily="66" charset="0"/>
            </a:endParaRPr>
          </a:p>
          <a:p>
            <a:r>
              <a:rPr lang="en-US" b="1" dirty="0" smtClean="0">
                <a:latin typeface="Bradley Hand ITC" pitchFamily="66" charset="0"/>
              </a:rPr>
              <a:t>Reflecting on what worked or didn’t yesterday?</a:t>
            </a:r>
            <a:endParaRPr lang="en-US" b="1" dirty="0">
              <a:latin typeface="Bradley Hand ITC" pitchFamily="66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5445022" y="5332175"/>
            <a:ext cx="2571768" cy="1025783"/>
            <a:chOff x="5445022" y="5332175"/>
            <a:chExt cx="2571768" cy="1025783"/>
          </a:xfrm>
        </p:grpSpPr>
        <p:pic>
          <p:nvPicPr>
            <p:cNvPr id="13" name="Picture 10" descr="clearworth-logo no strap.jpg"/>
            <p:cNvPicPr>
              <a:picLocks noChangeAspect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465054" y="5332175"/>
              <a:ext cx="2461345" cy="6465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TextBox 13"/>
            <p:cNvSpPr txBox="1"/>
            <p:nvPr/>
          </p:nvSpPr>
          <p:spPr>
            <a:xfrm>
              <a:off x="5445022" y="6050181"/>
              <a:ext cx="25717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i="1" dirty="0" smtClean="0">
                  <a:latin typeface="Verdana" pitchFamily="34" charset="0"/>
                </a:rPr>
                <a:t>Making learning a habit</a:t>
              </a:r>
              <a:endParaRPr lang="en-US" sz="1400" i="1" dirty="0">
                <a:latin typeface="Verdana" pitchFamily="34" charset="0"/>
              </a:endParaRPr>
            </a:p>
          </p:txBody>
        </p:sp>
      </p:grpSp>
      <p:pic>
        <p:nvPicPr>
          <p:cNvPr id="18" name="Picture 17" descr="white circl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86644" y="4091276"/>
            <a:ext cx="536404" cy="536404"/>
          </a:xfrm>
          <a:prstGeom prst="rect">
            <a:avLst/>
          </a:prstGeom>
        </p:spPr>
      </p:pic>
      <p:pic>
        <p:nvPicPr>
          <p:cNvPr id="16" name="Content Placeholder 20" descr="logo transparent copy.gif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215206" y="4029083"/>
            <a:ext cx="685801" cy="6858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lowchart: Connector 23"/>
          <p:cNvSpPr/>
          <p:nvPr/>
        </p:nvSpPr>
        <p:spPr>
          <a:xfrm>
            <a:off x="928662" y="4143380"/>
            <a:ext cx="357190" cy="428628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4" name="Group 10"/>
          <p:cNvGrpSpPr/>
          <p:nvPr/>
        </p:nvGrpSpPr>
        <p:grpSpPr>
          <a:xfrm>
            <a:off x="2071670" y="1"/>
            <a:ext cx="4572031" cy="6572272"/>
            <a:chOff x="2752725" y="633413"/>
            <a:chExt cx="2922588" cy="4770437"/>
          </a:xfrm>
        </p:grpSpPr>
        <p:pic>
          <p:nvPicPr>
            <p:cNvPr id="4098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 l="25000" t="36612" r="25961" b="17487"/>
            <a:stretch>
              <a:fillRect/>
            </a:stretch>
          </p:blipFill>
          <p:spPr bwMode="auto">
            <a:xfrm>
              <a:off x="2770188" y="3800475"/>
              <a:ext cx="2905125" cy="1603375"/>
            </a:xfrm>
            <a:prstGeom prst="rect">
              <a:avLst/>
            </a:prstGeom>
            <a:noFill/>
          </p:spPr>
        </p:pic>
        <p:pic>
          <p:nvPicPr>
            <p:cNvPr id="4097" name="Picture 1"/>
            <p:cNvPicPr>
              <a:picLocks noChangeAspect="1" noChangeArrowheads="1"/>
            </p:cNvPicPr>
            <p:nvPr/>
          </p:nvPicPr>
          <p:blipFill>
            <a:blip r:embed="rId4" cstate="print"/>
            <a:srcRect l="24713" r="26183" b="8641"/>
            <a:stretch>
              <a:fillRect/>
            </a:stretch>
          </p:blipFill>
          <p:spPr bwMode="auto">
            <a:xfrm>
              <a:off x="2752725" y="633413"/>
              <a:ext cx="2905125" cy="3182937"/>
            </a:xfrm>
            <a:prstGeom prst="rect">
              <a:avLst/>
            </a:prstGeom>
            <a:noFill/>
          </p:spPr>
        </p:pic>
      </p:grp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10" name="Picture 9" descr="postitnote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284827" y="2643182"/>
            <a:ext cx="3269376" cy="27146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 rot="21444471">
            <a:off x="5672233" y="3336188"/>
            <a:ext cx="24735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Bradley Hand ITC" pitchFamily="66" charset="0"/>
              </a:rPr>
              <a:t> Reading one article a day on strategy?</a:t>
            </a:r>
          </a:p>
          <a:p>
            <a:endParaRPr lang="en-US" sz="800" b="1" dirty="0" smtClean="0">
              <a:latin typeface="Bradley Hand ITC" pitchFamily="66" charset="0"/>
            </a:endParaRPr>
          </a:p>
          <a:p>
            <a:r>
              <a:rPr lang="en-US" b="1" dirty="0" smtClean="0">
                <a:latin typeface="Bradley Hand ITC" pitchFamily="66" charset="0"/>
              </a:rPr>
              <a:t>Learning 6 new words of Spanish?</a:t>
            </a:r>
          </a:p>
        </p:txBody>
      </p:sp>
      <p:pic>
        <p:nvPicPr>
          <p:cNvPr id="19" name="Picture 10" descr="clearworth-logo no strap.jpg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65054" y="5332175"/>
            <a:ext cx="2461345" cy="646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/>
          <p:cNvSpPr txBox="1"/>
          <p:nvPr/>
        </p:nvSpPr>
        <p:spPr>
          <a:xfrm>
            <a:off x="5429256" y="6050181"/>
            <a:ext cx="2571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 smtClean="0">
                <a:latin typeface="Verdana" pitchFamily="34" charset="0"/>
              </a:rPr>
              <a:t>Making learning a habit</a:t>
            </a:r>
            <a:endParaRPr lang="en-US" sz="1400" i="1" dirty="0">
              <a:latin typeface="Verdana" pitchFamily="34" charset="0"/>
            </a:endParaRPr>
          </a:p>
        </p:txBody>
      </p:sp>
      <p:sp>
        <p:nvSpPr>
          <p:cNvPr id="27" name="Flowchart: Connector 26"/>
          <p:cNvSpPr/>
          <p:nvPr/>
        </p:nvSpPr>
        <p:spPr>
          <a:xfrm>
            <a:off x="7572396" y="4500570"/>
            <a:ext cx="357190" cy="35719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Content Placeholder 20" descr="logo transparent copy.gif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485192" y="4429132"/>
            <a:ext cx="542925" cy="542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 b="4349"/>
          <a:stretch>
            <a:fillRect/>
          </a:stretch>
        </p:blipFill>
        <p:spPr bwMode="auto">
          <a:xfrm>
            <a:off x="1907626" y="1885951"/>
            <a:ext cx="6034617" cy="4329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" name="Group 7"/>
          <p:cNvGrpSpPr/>
          <p:nvPr/>
        </p:nvGrpSpPr>
        <p:grpSpPr>
          <a:xfrm>
            <a:off x="5504949" y="4071943"/>
            <a:ext cx="2067447" cy="1571635"/>
            <a:chOff x="4004751" y="2285992"/>
            <a:chExt cx="2781828" cy="2309821"/>
          </a:xfrm>
        </p:grpSpPr>
        <p:pic>
          <p:nvPicPr>
            <p:cNvPr id="5" name="Picture 4" descr="postitnote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04751" y="2285992"/>
              <a:ext cx="2781828" cy="2309821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 rot="21444471">
              <a:off x="4328739" y="2538575"/>
              <a:ext cx="1761200" cy="17641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 smtClean="0">
                  <a:latin typeface="Bradley Hand ITC" pitchFamily="66" charset="0"/>
                </a:rPr>
                <a:t>Making a</a:t>
              </a:r>
            </a:p>
            <a:p>
              <a:pPr algn="ctr"/>
              <a:r>
                <a:rPr lang="en-GB" b="1" dirty="0" smtClean="0">
                  <a:latin typeface="Bradley Hand ITC" pitchFamily="66" charset="0"/>
                </a:rPr>
                <a:t>habit of</a:t>
              </a:r>
            </a:p>
            <a:p>
              <a:pPr algn="ctr"/>
              <a:r>
                <a:rPr lang="en-GB" b="1" dirty="0" smtClean="0">
                  <a:latin typeface="Bradley Hand ITC" pitchFamily="66" charset="0"/>
                </a:rPr>
                <a:t>learning</a:t>
              </a:r>
            </a:p>
            <a:p>
              <a:endParaRPr lang="en-US" dirty="0">
                <a:latin typeface="Forte" pitchFamily="66" charset="0"/>
              </a:endParaRPr>
            </a:p>
          </p:txBody>
        </p:sp>
        <p:pic>
          <p:nvPicPr>
            <p:cNvPr id="7" name="Content Placeholder 20" descr="logo transparent copy.gif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86446" y="3571876"/>
              <a:ext cx="685801" cy="68580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 b="5000"/>
          <a:stretch>
            <a:fillRect/>
          </a:stretch>
        </p:blipFill>
        <p:spPr bwMode="auto">
          <a:xfrm>
            <a:off x="762000" y="571500"/>
            <a:ext cx="7620000" cy="5429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 rot="21444471">
            <a:off x="5745736" y="4243804"/>
            <a:ext cx="13089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latin typeface="Bradley Hand ITC" pitchFamily="66" charset="0"/>
              </a:rPr>
              <a:t>Making a</a:t>
            </a:r>
          </a:p>
          <a:p>
            <a:pPr algn="ctr"/>
            <a:r>
              <a:rPr lang="en-GB" b="1" dirty="0" smtClean="0">
                <a:latin typeface="Bradley Hand ITC" pitchFamily="66" charset="0"/>
              </a:rPr>
              <a:t>habit of</a:t>
            </a:r>
          </a:p>
          <a:p>
            <a:pPr algn="ctr"/>
            <a:r>
              <a:rPr lang="en-GB" b="1" dirty="0" smtClean="0">
                <a:latin typeface="Bradley Hand ITC" pitchFamily="66" charset="0"/>
              </a:rPr>
              <a:t>learning</a:t>
            </a:r>
          </a:p>
          <a:p>
            <a:endParaRPr lang="en-US" dirty="0">
              <a:latin typeface="Forte" pitchFamily="66" charset="0"/>
            </a:endParaRPr>
          </a:p>
        </p:txBody>
      </p:sp>
      <p:pic>
        <p:nvPicPr>
          <p:cNvPr id="7" name="Content Placeholder 20" descr="logo transparent copy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829100" y="4946877"/>
            <a:ext cx="509685" cy="466629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5504949" y="4071943"/>
            <a:ext cx="2067447" cy="1571635"/>
            <a:chOff x="4004751" y="2285992"/>
            <a:chExt cx="2781828" cy="2309821"/>
          </a:xfrm>
        </p:grpSpPr>
        <p:pic>
          <p:nvPicPr>
            <p:cNvPr id="9" name="Picture 8" descr="postitnote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04751" y="2285992"/>
              <a:ext cx="2781828" cy="2309821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 rot="21444471">
              <a:off x="4234331" y="2770632"/>
              <a:ext cx="1979613" cy="13570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 smtClean="0">
                  <a:latin typeface="Bradley Hand ITC" pitchFamily="66" charset="0"/>
                </a:rPr>
                <a:t>Taking a 20 minute walk at lunch?</a:t>
              </a:r>
              <a:endParaRPr lang="en-US" b="1" dirty="0">
                <a:latin typeface="Bradley Hand ITC" pitchFamily="66" charset="0"/>
              </a:endParaRPr>
            </a:p>
          </p:txBody>
        </p:sp>
        <p:pic>
          <p:nvPicPr>
            <p:cNvPr id="11" name="Content Placeholder 20" descr="logo transparent copy.gif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86446" y="3571876"/>
              <a:ext cx="685801" cy="68580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54691" y="1600200"/>
            <a:ext cx="6034617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 rot="21444471">
            <a:off x="5675572" y="4401699"/>
            <a:ext cx="14712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latin typeface="Bradley Hand ITC" pitchFamily="66" charset="0"/>
              </a:rPr>
              <a:t>Taking a 20 minute walk at lunch?</a:t>
            </a:r>
            <a:endParaRPr lang="en-US" b="1" dirty="0">
              <a:latin typeface="Bradley Hand ITC" pitchFamily="66" charset="0"/>
            </a:endParaRPr>
          </a:p>
        </p:txBody>
      </p:sp>
      <p:pic>
        <p:nvPicPr>
          <p:cNvPr id="6" name="Content Placeholder 20" descr="logo transparent copy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829100" y="4946877"/>
            <a:ext cx="509685" cy="466629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5504949" y="4071943"/>
            <a:ext cx="2067447" cy="1571635"/>
            <a:chOff x="4004751" y="2285992"/>
            <a:chExt cx="2781828" cy="2309821"/>
          </a:xfrm>
        </p:grpSpPr>
        <p:pic>
          <p:nvPicPr>
            <p:cNvPr id="8" name="Picture 7" descr="postitnote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04751" y="2285992"/>
              <a:ext cx="2781828" cy="2309821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 rot="21444471">
              <a:off x="4234235" y="2358903"/>
              <a:ext cx="2166894" cy="2171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 smtClean="0">
                  <a:latin typeface="Bradley Hand ITC" pitchFamily="66" charset="0"/>
                </a:rPr>
                <a:t>20 minutes writing down ideas for the book?</a:t>
              </a:r>
              <a:endParaRPr lang="en-US" b="1" dirty="0" smtClean="0">
                <a:latin typeface="Bradley Hand ITC" pitchFamily="66" charset="0"/>
              </a:endParaRPr>
            </a:p>
            <a:p>
              <a:pPr algn="ctr"/>
              <a:endParaRPr lang="en-US" b="1" dirty="0">
                <a:latin typeface="Bradley Hand ITC" pitchFamily="66" charset="0"/>
              </a:endParaRPr>
            </a:p>
          </p:txBody>
        </p:sp>
        <p:pic>
          <p:nvPicPr>
            <p:cNvPr id="10" name="Content Placeholder 20" descr="logo transparent copy.gif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86446" y="3571876"/>
              <a:ext cx="685801" cy="68580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 b="4349"/>
          <a:stretch>
            <a:fillRect/>
          </a:stretch>
        </p:blipFill>
        <p:spPr bwMode="auto">
          <a:xfrm>
            <a:off x="1554691" y="1600200"/>
            <a:ext cx="6034617" cy="4329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0" descr="clearworth-logo no strap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65054" y="5332175"/>
            <a:ext cx="2461345" cy="646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429256" y="6050181"/>
            <a:ext cx="2571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 smtClean="0">
                <a:latin typeface="Verdana" pitchFamily="34" charset="0"/>
              </a:rPr>
              <a:t>Making learning a habit</a:t>
            </a:r>
            <a:endParaRPr lang="en-US" sz="1400" i="1" dirty="0"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54691" y="1600200"/>
            <a:ext cx="6034617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350</Words>
  <Application>Microsoft Office PowerPoint</Application>
  <PresentationFormat>On-screen Show (4:3)</PresentationFormat>
  <Paragraphs>46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Your Company Name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Your User Name</dc:creator>
  <cp:lastModifiedBy>Your User Name</cp:lastModifiedBy>
  <cp:revision>25</cp:revision>
  <dcterms:created xsi:type="dcterms:W3CDTF">2010-03-25T16:07:49Z</dcterms:created>
  <dcterms:modified xsi:type="dcterms:W3CDTF">2010-05-13T10:29:56Z</dcterms:modified>
</cp:coreProperties>
</file>